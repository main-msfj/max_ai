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Project Update Report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Audience: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Current Progress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Main point | Supporting detail | Speaker note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Challenges Faced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Main point | Supporting detail | Speaker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600" b="1"/>
              <a:t>Next Steps Timeline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914400" y="1600200"/>
            <a:ext cx="7315200" cy="3657600"/>
          </a:xfrm>
        </p:spPr>
        <p:txBody>
          <a:bodyPr wrap="square"/>
          <a:lstStyle/>
          <a:p>
            <a:r>
              <a:rPr lang="en-US" sz="2400"/>
              <a:t>Main point | Supporting detail | Speaker note</a:t>
            </a:r>
          </a:p>
        </p:txBody>
      </p:sp>
    </p:spTree>
  </p:cSld>
  <p:clrMapOvr>
    <a:masterClrMapping/>
  </p:clrMapOvr>
</p:sld>
</file>